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nedu Godleads" initials="CG" lastIdx="1" clrIdx="0">
    <p:extLst>
      <p:ext uri="{19B8F6BF-5375-455C-9EA6-DF929625EA0E}">
        <p15:presenceInfo xmlns:p15="http://schemas.microsoft.com/office/powerpoint/2012/main" userId="4a42c8489b0160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Registration</c:v>
                </c:pt>
                <c:pt idx="1">
                  <c:v>NPS Value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45-4A87-99CA-2CBB23C333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Registration</c:v>
                </c:pt>
                <c:pt idx="1">
                  <c:v>NPS Value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45-4A87-99CA-2CBB23C333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6"/>
        <c:overlap val="-27"/>
        <c:axId val="1609182272"/>
        <c:axId val="1732864384"/>
      </c:barChart>
      <c:catAx>
        <c:axId val="160918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864384"/>
        <c:crosses val="autoZero"/>
        <c:auto val="1"/>
        <c:lblAlgn val="ctr"/>
        <c:lblOffset val="100"/>
        <c:noMultiLvlLbl val="0"/>
      </c:catAx>
      <c:valAx>
        <c:axId val="173286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918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Received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Imprest Report</c:v>
                </c:pt>
              </c:strCache>
            </c:strRef>
          </c:cat>
          <c:val>
            <c:numRef>
              <c:f>Sheet1!$B$2</c:f>
              <c:numCache>
                <c:formatCode>00,"k"</c:formatCode>
                <c:ptCount val="1"/>
                <c:pt idx="0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F6-4E0C-87BB-240EC62CCD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Imprest Report</c:v>
                </c:pt>
              </c:strCache>
            </c:strRef>
          </c:cat>
          <c:val>
            <c:numRef>
              <c:f>Sheet1!$C$2</c:f>
              <c:numCache>
                <c:formatCode>00,"k"</c:formatCode>
                <c:ptCount val="1"/>
                <c:pt idx="0">
                  <c:v>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F6-4E0C-87BB-240EC62CCD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2547488"/>
        <c:axId val="1732546240"/>
      </c:barChart>
      <c:catAx>
        <c:axId val="1732547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546240"/>
        <c:crosses val="autoZero"/>
        <c:auto val="1"/>
        <c:lblAlgn val="ctr"/>
        <c:lblOffset val="100"/>
        <c:noMultiLvlLbl val="0"/>
      </c:catAx>
      <c:valAx>
        <c:axId val="173254624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0,&quot;k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547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1T17:07:23.315" idx="1">
    <p:pos x="6792" y="1401"/>
    <p:text>Travelled out of town</p:text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23DC63-838A-43AB-BF40-C3A4266CFF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B723F-3FB8-4879-846E-AE7C25B0C0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6AD07-6C3C-46A8-BCCA-89FDDE2AFA95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10AC2-9CDD-4979-9CCD-72E7A38D50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0828B-9FC6-4AA4-982A-C37DFD700D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1FF9-96EE-4453-81FF-B774B0B7E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044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76E66-8BC5-4EDC-9742-D25E72B88F54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16E5E-DCFD-460B-8A40-44B448535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3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6709-EB01-4E9C-932E-C144C417B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E1B2E-D7B8-48F5-BE66-F1A8F3712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E067-F352-4991-943A-6E403CE0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FEC5-E87D-4E69-8233-6C9245486D9F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1D099-6CEB-436D-A44A-80A222E0D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979F6-BF18-4EB1-8BA6-048BC86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2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2AFB-C37A-4764-863A-82711143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BF18-F557-43F7-A4BB-E43F93FB7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81AA-8689-411D-81F2-6A98760C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9CDD-486B-41E6-82C0-2A820BD64BC3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FA330-5850-45F1-A379-C11AA71F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CA9A3-27E3-43A0-BB4A-C6928CFA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5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B43F-6872-4D55-84E5-036789EC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272C-619D-46E3-A5DB-B1536FA2F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19179-319A-49A5-9658-6A828853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EE705-F1E3-4934-9823-EA274F040BCA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B87FA-E4BE-4CE3-BC7F-37DC7852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069D-8A4A-457A-B415-A23C23DD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1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3E61-A30A-4710-A40F-269F73F7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62B5-B530-49C1-ADF4-173914691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ACF7-F16F-471C-9026-EA054F5B6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2CBBD-6C56-4A8F-9B29-A0D9844C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D9F58-BF60-4127-8C45-3F39A8355993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A8741-B107-4C4A-ACFA-BF146ADA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131B9-345D-4E89-B52A-E89DB5C1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6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0DD9-2D33-4796-8CE7-F61ED232D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365E8-1B7D-4755-AA41-759275F6F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9692B-1240-4185-8D80-69398983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AC0A7-DBCC-4C04-8FCE-873AFE0EF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A69A8-E34B-4688-8CA7-37599B70B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B50BF-1414-40D3-8D29-46C79E0F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84AA-D4F8-4E96-9737-5C4405918586}" type="datetime1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ABF7C-62E6-4B49-8DC6-00D4ABFF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5E427-631B-4D25-B210-8ED20C8B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4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252B-ECF4-4511-A2D6-AE795A37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1B37E-10C4-45D2-A6F8-FA28AC9E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6007-7A3E-413E-AFB3-91A2FD04FBAA}" type="datetime1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90C56-8471-495F-A200-A5BBF9E9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D5FD5-1594-4589-9549-85AF8A48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2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4234D-F256-4909-8264-09B77B2C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45B62-6473-450E-BBD3-4F10835D751E}" type="datetime1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F3D11-FCBA-4241-A50F-F587271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95455-BB30-4052-8FA4-8D082B0D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7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D80D-D367-41BF-B98D-473DD5E2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862C-2382-497B-ACF1-1DAED8E68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0E3B8-3144-496E-BF7D-9AA53D5C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9C47C-012E-458B-A9C9-49ACD1C4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9AF-D67D-4C45-8E9D-13C2934061FB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EF63E-4334-4188-8C8B-68EA4ACD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648B2-7BC4-49B2-9A4A-681D34DB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6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DC1D-518D-4081-B9A6-1EF6F6CF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8ACAA-5CCA-41D1-8931-4FAEDCD58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F105E-F7DA-4DB0-B3C4-6EDB3D18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5B192-B728-4DDD-944C-458C1318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D911-D08E-4DB1-9816-9A9D82A67F2B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22E2C-3A96-40D1-913D-2ADE59E46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3B6B1-B88D-4C06-AFDF-95C209B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0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FE06-A76C-4EA4-B4B9-7839BE8C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1C440-E8CB-433B-9C0F-853640BC3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C706A-3555-4AC8-83E9-4318DD07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E2465-EF79-40ED-A58E-E762CD7719FA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286EB-215E-4F54-A34A-0A4D1B0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37CE9-E56D-41D1-B328-3A6FB056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9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19C43-13E1-4029-BC15-EB4E49EA8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02067-EEC5-4C01-900C-9628CDE8E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E897-D17A-4F2B-839D-7B159CCE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C9BA5-1521-4864-9F88-0EEFACC12461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4BD3D-1CB7-423B-A7DE-A652B742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E7D91-B727-42E9-806D-3A67A8E1B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8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76F9D0-E093-4405-9348-68D252DC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FB66C-7000-4AED-9990-B34F61951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7BD7B-28EA-41BC-BB36-D71B1E6D7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12E54-3FE7-4900-BD3C-69A5A6C38460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93700-A3DF-4C6B-8836-81FDD3706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FEAAB-EB9F-4DF9-8681-DAD62AD82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A7A91-5C21-4F90-8DC0-33E7DA23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9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AB5CBB90-1DB9-4DA0-9591-FF6BF0C89C21}"/>
              </a:ext>
            </a:extLst>
          </p:cNvPr>
          <p:cNvSpPr/>
          <p:nvPr/>
        </p:nvSpPr>
        <p:spPr>
          <a:xfrm flipH="1">
            <a:off x="4196613" y="-1260909"/>
            <a:ext cx="7995386" cy="8118909"/>
          </a:xfrm>
          <a:prstGeom prst="rt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5448C4-93B0-4D8A-8D9A-0B258939CCC3}"/>
              </a:ext>
            </a:extLst>
          </p:cNvPr>
          <p:cNvSpPr/>
          <p:nvPr/>
        </p:nvSpPr>
        <p:spPr>
          <a:xfrm>
            <a:off x="6997567" y="1143000"/>
            <a:ext cx="4812631" cy="4812631"/>
          </a:xfrm>
          <a:prstGeom prst="ellipse">
            <a:avLst/>
          </a:prstGeom>
          <a:blipFill dpi="0" rotWithShape="1">
            <a:blip r:embed="rId2">
              <a:alphaModFix amt="92000"/>
            </a:blip>
            <a:srcRect/>
            <a:stretch>
              <a:fillRect l="-4000" r="-7000"/>
            </a:stretch>
          </a:blip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2634C-87CB-48EC-9B52-81F80E6D1C5A}"/>
              </a:ext>
            </a:extLst>
          </p:cNvPr>
          <p:cNvSpPr/>
          <p:nvPr/>
        </p:nvSpPr>
        <p:spPr>
          <a:xfrm>
            <a:off x="-2" y="4360823"/>
            <a:ext cx="6391175" cy="769442"/>
          </a:xfrm>
          <a:custGeom>
            <a:avLst/>
            <a:gdLst>
              <a:gd name="connsiteX0" fmla="*/ 0 w 5399773"/>
              <a:gd name="connsiteY0" fmla="*/ 0 h 1078030"/>
              <a:gd name="connsiteX1" fmla="*/ 5399773 w 5399773"/>
              <a:gd name="connsiteY1" fmla="*/ 0 h 1078030"/>
              <a:gd name="connsiteX2" fmla="*/ 5399773 w 5399773"/>
              <a:gd name="connsiteY2" fmla="*/ 1078030 h 1078030"/>
              <a:gd name="connsiteX3" fmla="*/ 0 w 5399773"/>
              <a:gd name="connsiteY3" fmla="*/ 1078030 h 1078030"/>
              <a:gd name="connsiteX4" fmla="*/ 0 w 5399773"/>
              <a:gd name="connsiteY4" fmla="*/ 0 h 1078030"/>
              <a:gd name="connsiteX0" fmla="*/ 0 w 5399773"/>
              <a:gd name="connsiteY0" fmla="*/ 0 h 1078030"/>
              <a:gd name="connsiteX1" fmla="*/ 5399773 w 5399773"/>
              <a:gd name="connsiteY1" fmla="*/ 0 h 1078030"/>
              <a:gd name="connsiteX2" fmla="*/ 4235116 w 5399773"/>
              <a:gd name="connsiteY2" fmla="*/ 1078030 h 1078030"/>
              <a:gd name="connsiteX3" fmla="*/ 0 w 5399773"/>
              <a:gd name="connsiteY3" fmla="*/ 1078030 h 1078030"/>
              <a:gd name="connsiteX4" fmla="*/ 0 w 5399773"/>
              <a:gd name="connsiteY4" fmla="*/ 0 h 1078030"/>
              <a:gd name="connsiteX0" fmla="*/ 0 w 5399773"/>
              <a:gd name="connsiteY0" fmla="*/ 0 h 1097280"/>
              <a:gd name="connsiteX1" fmla="*/ 5399773 w 5399773"/>
              <a:gd name="connsiteY1" fmla="*/ 0 h 1097280"/>
              <a:gd name="connsiteX2" fmla="*/ 4503075 w 5399773"/>
              <a:gd name="connsiteY2" fmla="*/ 1097280 h 1097280"/>
              <a:gd name="connsiteX3" fmla="*/ 0 w 5399773"/>
              <a:gd name="connsiteY3" fmla="*/ 1078030 h 1097280"/>
              <a:gd name="connsiteX4" fmla="*/ 0 w 5399773"/>
              <a:gd name="connsiteY4" fmla="*/ 0 h 1097280"/>
              <a:gd name="connsiteX0" fmla="*/ 0 w 5220818"/>
              <a:gd name="connsiteY0" fmla="*/ 0 h 1097280"/>
              <a:gd name="connsiteX1" fmla="*/ 5220818 w 5220818"/>
              <a:gd name="connsiteY1" fmla="*/ 0 h 1097280"/>
              <a:gd name="connsiteX2" fmla="*/ 4503075 w 5220818"/>
              <a:gd name="connsiteY2" fmla="*/ 1097280 h 1097280"/>
              <a:gd name="connsiteX3" fmla="*/ 0 w 5220818"/>
              <a:gd name="connsiteY3" fmla="*/ 1078030 h 1097280"/>
              <a:gd name="connsiteX4" fmla="*/ 0 w 5220818"/>
              <a:gd name="connsiteY4" fmla="*/ 0 h 1097280"/>
              <a:gd name="connsiteX0" fmla="*/ 0 w 5166353"/>
              <a:gd name="connsiteY0" fmla="*/ 0 h 1097280"/>
              <a:gd name="connsiteX1" fmla="*/ 5166353 w 5166353"/>
              <a:gd name="connsiteY1" fmla="*/ 13726 h 1097280"/>
              <a:gd name="connsiteX2" fmla="*/ 4503075 w 5166353"/>
              <a:gd name="connsiteY2" fmla="*/ 1097280 h 1097280"/>
              <a:gd name="connsiteX3" fmla="*/ 0 w 5166353"/>
              <a:gd name="connsiteY3" fmla="*/ 1078030 h 1097280"/>
              <a:gd name="connsiteX4" fmla="*/ 0 w 5166353"/>
              <a:gd name="connsiteY4" fmla="*/ 0 h 1097280"/>
              <a:gd name="connsiteX0" fmla="*/ 0 w 5166353"/>
              <a:gd name="connsiteY0" fmla="*/ 0 h 1097280"/>
              <a:gd name="connsiteX1" fmla="*/ 5166353 w 5166353"/>
              <a:gd name="connsiteY1" fmla="*/ 13726 h 1097280"/>
              <a:gd name="connsiteX2" fmla="*/ 4557540 w 5166353"/>
              <a:gd name="connsiteY2" fmla="*/ 1097280 h 1097280"/>
              <a:gd name="connsiteX3" fmla="*/ 0 w 5166353"/>
              <a:gd name="connsiteY3" fmla="*/ 1078030 h 1097280"/>
              <a:gd name="connsiteX4" fmla="*/ 0 w 5166353"/>
              <a:gd name="connsiteY4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66353" h="1097280">
                <a:moveTo>
                  <a:pt x="0" y="0"/>
                </a:moveTo>
                <a:lnTo>
                  <a:pt x="5166353" y="13726"/>
                </a:lnTo>
                <a:lnTo>
                  <a:pt x="4557540" y="1097280"/>
                </a:lnTo>
                <a:lnTo>
                  <a:pt x="0" y="1078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1EE79-4087-46B8-ABAF-7C794780BE4C}"/>
              </a:ext>
            </a:extLst>
          </p:cNvPr>
          <p:cNvSpPr txBox="1"/>
          <p:nvPr/>
        </p:nvSpPr>
        <p:spPr>
          <a:xfrm>
            <a:off x="567678" y="2370916"/>
            <a:ext cx="54224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Training Monthly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00A3F-1FDD-4C0A-8A52-7CED5200572F}"/>
              </a:ext>
            </a:extLst>
          </p:cNvPr>
          <p:cNvSpPr txBox="1"/>
          <p:nvPr/>
        </p:nvSpPr>
        <p:spPr>
          <a:xfrm>
            <a:off x="3403865" y="3053571"/>
            <a:ext cx="16916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+mj-lt"/>
              </a:rPr>
              <a:t>Report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008097-2522-4A88-B029-76CBB55AA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6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79AC-2B71-4C8E-ACA5-D67F5FDDF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96" y="717901"/>
            <a:ext cx="10515600" cy="97278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6D14-F2A9-4492-B978-650DD5EC2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633" y="2327634"/>
            <a:ext cx="6002154" cy="31700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My name is Onyema Kelechi, the manager of Digital Dreams ICT Academy, </a:t>
            </a:r>
            <a:r>
              <a:rPr lang="en-US" sz="2000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Ziks</a:t>
            </a:r>
            <a:r>
              <a:rPr lang="en-US" sz="20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Avenue branch, Enugu State.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We are located at 76 </a:t>
            </a:r>
            <a:r>
              <a:rPr lang="en-US" sz="2000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ziks</a:t>
            </a:r>
            <a:r>
              <a:rPr lang="en-US" sz="20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avenue, </a:t>
            </a:r>
            <a:r>
              <a:rPr lang="en-US" sz="2000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uwani</a:t>
            </a:r>
            <a:r>
              <a:rPr lang="en-US" sz="20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</a:t>
            </a:r>
            <a:r>
              <a:rPr lang="en-US" sz="2000" dirty="0" err="1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enugu</a:t>
            </a:r>
            <a:r>
              <a:rPr lang="en-US" sz="20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and we specialize in training people on their respective choice of IT courses.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B77389-5E47-45A9-8E31-AC8445486904}"/>
              </a:ext>
            </a:extLst>
          </p:cNvPr>
          <p:cNvSpPr/>
          <p:nvPr/>
        </p:nvSpPr>
        <p:spPr>
          <a:xfrm>
            <a:off x="722696" y="1992429"/>
            <a:ext cx="3840480" cy="3840480"/>
          </a:xfrm>
          <a:prstGeom prst="ellipse">
            <a:avLst/>
          </a:prstGeom>
          <a:blipFill>
            <a:blip r:embed="rId2">
              <a:alphaModFix amt="92000"/>
            </a:blip>
            <a:stretch>
              <a:fillRect l="-6000" t="1000" r="-17000" b="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11EF38-D111-4D2E-BA0A-795630D53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8D5B25-3E03-45F7-834F-6B4BFD5A4D90}"/>
              </a:ext>
            </a:extLst>
          </p:cNvPr>
          <p:cNvSpPr/>
          <p:nvPr/>
        </p:nvSpPr>
        <p:spPr>
          <a:xfrm>
            <a:off x="851835" y="813334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66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9ECD-4549-4C2C-AAC3-82266E9E0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92" y="219152"/>
            <a:ext cx="10515600" cy="678457"/>
          </a:xfrm>
        </p:spPr>
        <p:txBody>
          <a:bodyPr>
            <a:noAutofit/>
          </a:bodyPr>
          <a:lstStyle/>
          <a:p>
            <a:r>
              <a:rPr lang="en-US" sz="3200" dirty="0"/>
              <a:t>PERFORMANCE REPORT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237A922-AFC1-408E-BF94-ED398D914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1426615"/>
              </p:ext>
            </p:extLst>
          </p:nvPr>
        </p:nvGraphicFramePr>
        <p:xfrm>
          <a:off x="506395" y="1570057"/>
          <a:ext cx="3516430" cy="3844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8335EA8-E607-44A2-883F-418A623C22DA}"/>
              </a:ext>
            </a:extLst>
          </p:cNvPr>
          <p:cNvSpPr/>
          <p:nvPr/>
        </p:nvSpPr>
        <p:spPr>
          <a:xfrm>
            <a:off x="4278965" y="1127760"/>
            <a:ext cx="3596640" cy="1625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E7EDE-8E34-46B8-91C5-FE8AB99BCC2D}"/>
              </a:ext>
            </a:extLst>
          </p:cNvPr>
          <p:cNvSpPr txBox="1"/>
          <p:nvPr/>
        </p:nvSpPr>
        <p:spPr>
          <a:xfrm>
            <a:off x="4400885" y="1559897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Google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27E69-45DE-456F-9150-617F28C74DE4}"/>
              </a:ext>
            </a:extLst>
          </p:cNvPr>
          <p:cNvSpPr txBox="1"/>
          <p:nvPr/>
        </p:nvSpPr>
        <p:spPr>
          <a:xfrm>
            <a:off x="4786965" y="1796702"/>
            <a:ext cx="88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10</a:t>
            </a:r>
            <a:endParaRPr lang="en-US" dirty="0"/>
          </a:p>
        </p:txBody>
      </p:sp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71958F15-BCB1-489A-A5CF-1F8CA7BA8261}"/>
              </a:ext>
            </a:extLst>
          </p:cNvPr>
          <p:cNvSpPr/>
          <p:nvPr/>
        </p:nvSpPr>
        <p:spPr>
          <a:xfrm>
            <a:off x="6178885" y="1315720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8F913-5CEE-4D4B-B2F6-68634F807C40}"/>
              </a:ext>
            </a:extLst>
          </p:cNvPr>
          <p:cNvSpPr txBox="1"/>
          <p:nvPr/>
        </p:nvSpPr>
        <p:spPr>
          <a:xfrm>
            <a:off x="6377005" y="1667619"/>
            <a:ext cx="98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30%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B9E9F4-0289-410F-9F1E-C5126C7750D9}"/>
              </a:ext>
            </a:extLst>
          </p:cNvPr>
          <p:cNvSpPr/>
          <p:nvPr/>
        </p:nvSpPr>
        <p:spPr>
          <a:xfrm>
            <a:off x="8088965" y="1107440"/>
            <a:ext cx="3596640" cy="1625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1A16B5-995C-47CA-8EB9-5CE0558A22A6}"/>
              </a:ext>
            </a:extLst>
          </p:cNvPr>
          <p:cNvSpPr txBox="1"/>
          <p:nvPr/>
        </p:nvSpPr>
        <p:spPr>
          <a:xfrm>
            <a:off x="8210885" y="1539577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Facebook Likes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D78C7-02C6-474C-90AA-316BB54AD404}"/>
              </a:ext>
            </a:extLst>
          </p:cNvPr>
          <p:cNvSpPr txBox="1"/>
          <p:nvPr/>
        </p:nvSpPr>
        <p:spPr>
          <a:xfrm>
            <a:off x="8596965" y="1776382"/>
            <a:ext cx="88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10</a:t>
            </a:r>
            <a:endParaRPr lang="en-US" dirty="0"/>
          </a:p>
        </p:txBody>
      </p:sp>
      <p:sp>
        <p:nvSpPr>
          <p:cNvPr id="21" name="Circle: Hollow 20">
            <a:extLst>
              <a:ext uri="{FF2B5EF4-FFF2-40B4-BE49-F238E27FC236}">
                <a16:creationId xmlns:a16="http://schemas.microsoft.com/office/drawing/2014/main" id="{09BB9FA9-32A5-43F8-B465-5059C233D5EB}"/>
              </a:ext>
            </a:extLst>
          </p:cNvPr>
          <p:cNvSpPr/>
          <p:nvPr/>
        </p:nvSpPr>
        <p:spPr>
          <a:xfrm>
            <a:off x="9988885" y="1295400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FD848E-C85B-4512-9B87-EEA07669D8A2}"/>
              </a:ext>
            </a:extLst>
          </p:cNvPr>
          <p:cNvSpPr txBox="1"/>
          <p:nvPr/>
        </p:nvSpPr>
        <p:spPr>
          <a:xfrm>
            <a:off x="10187005" y="1647299"/>
            <a:ext cx="98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30%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A6DD69-CCA7-4D1F-A233-0CD9147683E8}"/>
              </a:ext>
            </a:extLst>
          </p:cNvPr>
          <p:cNvSpPr/>
          <p:nvPr/>
        </p:nvSpPr>
        <p:spPr>
          <a:xfrm>
            <a:off x="8070250" y="2951201"/>
            <a:ext cx="3596640" cy="1625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87B47C-1F53-4FAE-A258-6A6D36FA331C}"/>
              </a:ext>
            </a:extLst>
          </p:cNvPr>
          <p:cNvSpPr txBox="1"/>
          <p:nvPr/>
        </p:nvSpPr>
        <p:spPr>
          <a:xfrm>
            <a:off x="8192170" y="3383338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Facebook Group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866506-DD64-4CDF-AF55-8F5F76EFA900}"/>
              </a:ext>
            </a:extLst>
          </p:cNvPr>
          <p:cNvSpPr txBox="1"/>
          <p:nvPr/>
        </p:nvSpPr>
        <p:spPr>
          <a:xfrm>
            <a:off x="8578250" y="3620143"/>
            <a:ext cx="88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10</a:t>
            </a:r>
            <a:endParaRPr lang="en-US" dirty="0"/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2F02A312-8E62-464D-8D14-596252888615}"/>
              </a:ext>
            </a:extLst>
          </p:cNvPr>
          <p:cNvSpPr/>
          <p:nvPr/>
        </p:nvSpPr>
        <p:spPr>
          <a:xfrm>
            <a:off x="10163210" y="3139161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2B712-1B42-46B5-9F1A-766F8BC3B02F}"/>
              </a:ext>
            </a:extLst>
          </p:cNvPr>
          <p:cNvSpPr txBox="1"/>
          <p:nvPr/>
        </p:nvSpPr>
        <p:spPr>
          <a:xfrm>
            <a:off x="10361330" y="3491060"/>
            <a:ext cx="98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30%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72E138-23DB-4468-B676-B3F6448F6E88}"/>
              </a:ext>
            </a:extLst>
          </p:cNvPr>
          <p:cNvSpPr/>
          <p:nvPr/>
        </p:nvSpPr>
        <p:spPr>
          <a:xfrm>
            <a:off x="4290730" y="2970648"/>
            <a:ext cx="3596640" cy="1625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4BAEB-BA63-4DBA-AFEE-0B12D1C088F4}"/>
              </a:ext>
            </a:extLst>
          </p:cNvPr>
          <p:cNvSpPr txBox="1"/>
          <p:nvPr/>
        </p:nvSpPr>
        <p:spPr>
          <a:xfrm>
            <a:off x="4295810" y="3074666"/>
            <a:ext cx="191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YouTube Subscription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6094DE-468C-4F85-8626-DF5ED3C83F76}"/>
              </a:ext>
            </a:extLst>
          </p:cNvPr>
          <p:cNvSpPr txBox="1"/>
          <p:nvPr/>
        </p:nvSpPr>
        <p:spPr>
          <a:xfrm>
            <a:off x="4808890" y="3693138"/>
            <a:ext cx="88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10</a:t>
            </a:r>
            <a:endParaRPr lang="en-US" dirty="0"/>
          </a:p>
        </p:txBody>
      </p:sp>
      <p:sp>
        <p:nvSpPr>
          <p:cNvPr id="31" name="Circle: Hollow 30">
            <a:extLst>
              <a:ext uri="{FF2B5EF4-FFF2-40B4-BE49-F238E27FC236}">
                <a16:creationId xmlns:a16="http://schemas.microsoft.com/office/drawing/2014/main" id="{50E12609-66E4-47AF-818B-DBABD7C4D68D}"/>
              </a:ext>
            </a:extLst>
          </p:cNvPr>
          <p:cNvSpPr/>
          <p:nvPr/>
        </p:nvSpPr>
        <p:spPr>
          <a:xfrm>
            <a:off x="6190650" y="3158608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E48DF-26B7-4819-884B-D33F6EE127EB}"/>
              </a:ext>
            </a:extLst>
          </p:cNvPr>
          <p:cNvSpPr txBox="1"/>
          <p:nvPr/>
        </p:nvSpPr>
        <p:spPr>
          <a:xfrm>
            <a:off x="6388770" y="3510507"/>
            <a:ext cx="98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30%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5A1814-5EE9-41DF-B194-4789BC5FCC93}"/>
              </a:ext>
            </a:extLst>
          </p:cNvPr>
          <p:cNvSpPr/>
          <p:nvPr/>
        </p:nvSpPr>
        <p:spPr>
          <a:xfrm>
            <a:off x="8070250" y="4806951"/>
            <a:ext cx="3596640" cy="1625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1624DE-ED00-42B8-86D1-526C2AFB51F1}"/>
              </a:ext>
            </a:extLst>
          </p:cNvPr>
          <p:cNvSpPr txBox="1"/>
          <p:nvPr/>
        </p:nvSpPr>
        <p:spPr>
          <a:xfrm>
            <a:off x="8192170" y="5239088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Instagram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378869-3A3B-4C54-B836-32CA2664003A}"/>
              </a:ext>
            </a:extLst>
          </p:cNvPr>
          <p:cNvSpPr txBox="1"/>
          <p:nvPr/>
        </p:nvSpPr>
        <p:spPr>
          <a:xfrm>
            <a:off x="8578250" y="5475893"/>
            <a:ext cx="883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10</a:t>
            </a:r>
            <a:endParaRPr lang="en-US" dirty="0"/>
          </a:p>
        </p:txBody>
      </p:sp>
      <p:sp>
        <p:nvSpPr>
          <p:cNvPr id="36" name="Circle: Hollow 35">
            <a:extLst>
              <a:ext uri="{FF2B5EF4-FFF2-40B4-BE49-F238E27FC236}">
                <a16:creationId xmlns:a16="http://schemas.microsoft.com/office/drawing/2014/main" id="{DCDD3E23-75FA-4AB8-A56A-76DAB4ACF8E5}"/>
              </a:ext>
            </a:extLst>
          </p:cNvPr>
          <p:cNvSpPr/>
          <p:nvPr/>
        </p:nvSpPr>
        <p:spPr>
          <a:xfrm>
            <a:off x="9970170" y="4994911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19653-92AD-4195-BFCD-883902399F54}"/>
              </a:ext>
            </a:extLst>
          </p:cNvPr>
          <p:cNvSpPr txBox="1"/>
          <p:nvPr/>
        </p:nvSpPr>
        <p:spPr>
          <a:xfrm>
            <a:off x="10168290" y="5346810"/>
            <a:ext cx="98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30%</a:t>
            </a:r>
            <a:endParaRPr lang="en-US" sz="1400" dirty="0"/>
          </a:p>
        </p:txBody>
      </p:sp>
      <p:sp>
        <p:nvSpPr>
          <p:cNvPr id="38" name="Circle: Hollow 37">
            <a:extLst>
              <a:ext uri="{FF2B5EF4-FFF2-40B4-BE49-F238E27FC236}">
                <a16:creationId xmlns:a16="http://schemas.microsoft.com/office/drawing/2014/main" id="{158FB9E1-9C72-473B-BAC6-C8445C3CFB58}"/>
              </a:ext>
            </a:extLst>
          </p:cNvPr>
          <p:cNvSpPr/>
          <p:nvPr/>
        </p:nvSpPr>
        <p:spPr>
          <a:xfrm>
            <a:off x="3832460" y="4965650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Circle: Hollow 38">
            <a:extLst>
              <a:ext uri="{FF2B5EF4-FFF2-40B4-BE49-F238E27FC236}">
                <a16:creationId xmlns:a16="http://schemas.microsoft.com/office/drawing/2014/main" id="{99E1F122-5AC9-4689-8260-CEA22B1BBA51}"/>
              </a:ext>
            </a:extLst>
          </p:cNvPr>
          <p:cNvSpPr/>
          <p:nvPr/>
        </p:nvSpPr>
        <p:spPr>
          <a:xfrm>
            <a:off x="6067394" y="4934099"/>
            <a:ext cx="1249680" cy="1249680"/>
          </a:xfrm>
          <a:prstGeom prst="donut">
            <a:avLst>
              <a:gd name="adj" fmla="val 1036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458575-BAD5-4F52-A841-6FA7B4C4F5F5}"/>
              </a:ext>
            </a:extLst>
          </p:cNvPr>
          <p:cNvSpPr txBox="1"/>
          <p:nvPr/>
        </p:nvSpPr>
        <p:spPr>
          <a:xfrm>
            <a:off x="3524986" y="6280312"/>
            <a:ext cx="191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REGISTRATION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BBD010-2D1B-4881-87E5-9E4F9411C240}"/>
              </a:ext>
            </a:extLst>
          </p:cNvPr>
          <p:cNvSpPr txBox="1"/>
          <p:nvPr/>
        </p:nvSpPr>
        <p:spPr>
          <a:xfrm>
            <a:off x="6437163" y="6244591"/>
            <a:ext cx="81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NPS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D048B4-3B92-45F6-96E4-1A44123882D0}"/>
              </a:ext>
            </a:extLst>
          </p:cNvPr>
          <p:cNvSpPr txBox="1"/>
          <p:nvPr/>
        </p:nvSpPr>
        <p:spPr>
          <a:xfrm>
            <a:off x="3959462" y="5327363"/>
            <a:ext cx="1320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23.33%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599FC8-0644-4284-AAA2-44742F43F67D}"/>
              </a:ext>
            </a:extLst>
          </p:cNvPr>
          <p:cNvSpPr txBox="1"/>
          <p:nvPr/>
        </p:nvSpPr>
        <p:spPr>
          <a:xfrm>
            <a:off x="6185039" y="5326143"/>
            <a:ext cx="1152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23.33%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190CF5A-45EF-4782-AAD4-2DA1DCBFC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43FB4C7-5924-427B-8AD8-ADDCC5B12665}"/>
              </a:ext>
            </a:extLst>
          </p:cNvPr>
          <p:cNvSpPr/>
          <p:nvPr/>
        </p:nvSpPr>
        <p:spPr>
          <a:xfrm>
            <a:off x="647566" y="236264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5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B415-6C92-4A78-91AA-CA901B8A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203200"/>
            <a:ext cx="9169400" cy="883919"/>
          </a:xfrm>
        </p:spPr>
        <p:txBody>
          <a:bodyPr>
            <a:noAutofit/>
          </a:bodyPr>
          <a:lstStyle/>
          <a:p>
            <a:r>
              <a:rPr lang="en-US" sz="2400" dirty="0"/>
              <a:t>TABLE 1 - STUDENT REPORT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20407A-61B2-418B-BDB4-C20AAE56C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656208"/>
              </p:ext>
            </p:extLst>
          </p:nvPr>
        </p:nvGraphicFramePr>
        <p:xfrm>
          <a:off x="863601" y="1562946"/>
          <a:ext cx="8126397" cy="3657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73588">
                  <a:extLst>
                    <a:ext uri="{9D8B030D-6E8A-4147-A177-3AD203B41FA5}">
                      <a16:colId xmlns:a16="http://schemas.microsoft.com/office/drawing/2014/main" val="4238429855"/>
                    </a:ext>
                  </a:extLst>
                </a:gridCol>
                <a:gridCol w="4544010">
                  <a:extLst>
                    <a:ext uri="{9D8B030D-6E8A-4147-A177-3AD203B41FA5}">
                      <a16:colId xmlns:a16="http://schemas.microsoft.com/office/drawing/2014/main" val="431287452"/>
                    </a:ext>
                  </a:extLst>
                </a:gridCol>
                <a:gridCol w="2708799">
                  <a:extLst>
                    <a:ext uri="{9D8B030D-6E8A-4147-A177-3AD203B41FA5}">
                      <a16:colId xmlns:a16="http://schemas.microsoft.com/office/drawing/2014/main" val="3090644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SN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CATEGORY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NUMBER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1342201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Registered Students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31504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Refunds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314134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Certificates Issued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4023175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Classes Ended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211299499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064E23F-B731-49D9-8AAA-65A1856E2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4D7145-3EEA-457A-BFFA-2C1217A2C258}"/>
              </a:ext>
            </a:extLst>
          </p:cNvPr>
          <p:cNvSpPr/>
          <p:nvPr/>
        </p:nvSpPr>
        <p:spPr>
          <a:xfrm>
            <a:off x="978925" y="295529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B415-6C92-4A78-91AA-CA901B8A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595" y="162560"/>
            <a:ext cx="9169400" cy="853440"/>
          </a:xfrm>
        </p:spPr>
        <p:txBody>
          <a:bodyPr>
            <a:noAutofit/>
          </a:bodyPr>
          <a:lstStyle/>
          <a:p>
            <a:r>
              <a:rPr lang="en-US" sz="2400" dirty="0"/>
              <a:t>TABLE 2 – STAFF REPORT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20407A-61B2-418B-BDB4-C20AAE56C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335369"/>
              </p:ext>
            </p:extLst>
          </p:nvPr>
        </p:nvGraphicFramePr>
        <p:xfrm>
          <a:off x="863600" y="1234440"/>
          <a:ext cx="8126397" cy="43891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73588">
                  <a:extLst>
                    <a:ext uri="{9D8B030D-6E8A-4147-A177-3AD203B41FA5}">
                      <a16:colId xmlns:a16="http://schemas.microsoft.com/office/drawing/2014/main" val="4238429855"/>
                    </a:ext>
                  </a:extLst>
                </a:gridCol>
                <a:gridCol w="4544010">
                  <a:extLst>
                    <a:ext uri="{9D8B030D-6E8A-4147-A177-3AD203B41FA5}">
                      <a16:colId xmlns:a16="http://schemas.microsoft.com/office/drawing/2014/main" val="431287452"/>
                    </a:ext>
                  </a:extLst>
                </a:gridCol>
                <a:gridCol w="2708799">
                  <a:extLst>
                    <a:ext uri="{9D8B030D-6E8A-4147-A177-3AD203B41FA5}">
                      <a16:colId xmlns:a16="http://schemas.microsoft.com/office/drawing/2014/main" val="3090644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SN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DESIGNATION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1342201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ONYEMA KELECHI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MANAGER/TUTOR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31504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IGWE STEPHANIE 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FRONTDESK 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314134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UGWUOSI KINGSLEY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TUTOR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4023175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OHAKWE LOVE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TUTOR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21129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GRACE</a:t>
                      </a:r>
                    </a:p>
                  </a:txBody>
                  <a:tcPr marT="182880" marB="18288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CORPER</a:t>
                      </a:r>
                    </a:p>
                  </a:txBody>
                  <a:tcPr marT="182880" marB="182880"/>
                </a:tc>
                <a:extLst>
                  <a:ext uri="{0D108BD9-81ED-4DB2-BD59-A6C34878D82A}">
                    <a16:rowId xmlns:a16="http://schemas.microsoft.com/office/drawing/2014/main" val="273942628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27BDC2D-E6CA-443F-9C9B-E733F0497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6E93E7-AC3B-4804-BE6D-CE28EC4A9C69}"/>
              </a:ext>
            </a:extLst>
          </p:cNvPr>
          <p:cNvSpPr/>
          <p:nvPr/>
        </p:nvSpPr>
        <p:spPr>
          <a:xfrm>
            <a:off x="853440" y="285014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2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B415-6C92-4A78-91AA-CA901B8A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43" y="172720"/>
            <a:ext cx="9169400" cy="802639"/>
          </a:xfrm>
        </p:spPr>
        <p:txBody>
          <a:bodyPr>
            <a:noAutofit/>
          </a:bodyPr>
          <a:lstStyle/>
          <a:p>
            <a:r>
              <a:rPr lang="en-US" sz="2400" dirty="0"/>
              <a:t>TABLE 3 – STUDENT REPORT 2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20407A-61B2-418B-BDB4-C20AAE56C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079309"/>
              </p:ext>
            </p:extLst>
          </p:nvPr>
        </p:nvGraphicFramePr>
        <p:xfrm>
          <a:off x="651843" y="1253690"/>
          <a:ext cx="10686713" cy="2743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0938">
                  <a:extLst>
                    <a:ext uri="{9D8B030D-6E8A-4147-A177-3AD203B41FA5}">
                      <a16:colId xmlns:a16="http://schemas.microsoft.com/office/drawing/2014/main" val="4238429855"/>
                    </a:ext>
                  </a:extLst>
                </a:gridCol>
                <a:gridCol w="3609472">
                  <a:extLst>
                    <a:ext uri="{9D8B030D-6E8A-4147-A177-3AD203B41FA5}">
                      <a16:colId xmlns:a16="http://schemas.microsoft.com/office/drawing/2014/main" val="431287452"/>
                    </a:ext>
                  </a:extLst>
                </a:gridCol>
                <a:gridCol w="2338939">
                  <a:extLst>
                    <a:ext uri="{9D8B030D-6E8A-4147-A177-3AD203B41FA5}">
                      <a16:colId xmlns:a16="http://schemas.microsoft.com/office/drawing/2014/main" val="3090644235"/>
                    </a:ext>
                  </a:extLst>
                </a:gridCol>
                <a:gridCol w="1665171">
                  <a:extLst>
                    <a:ext uri="{9D8B030D-6E8A-4147-A177-3AD203B41FA5}">
                      <a16:colId xmlns:a16="http://schemas.microsoft.com/office/drawing/2014/main" val="3291001951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3233839385"/>
                    </a:ext>
                  </a:extLst>
                </a:gridCol>
                <a:gridCol w="1116530">
                  <a:extLst>
                    <a:ext uri="{9D8B030D-6E8A-4147-A177-3AD203B41FA5}">
                      <a16:colId xmlns:a16="http://schemas.microsoft.com/office/drawing/2014/main" val="2613867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SN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COURSE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CLASS STARTS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CLASS ENDS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STATUS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342201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OSSAI CHINEDU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WEB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23-01-2025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08-04-2025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ACTIVE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1504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IFELUNWA EDIKE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UI/UX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NOT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14134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NJUWE MARTINS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VIDEO EDITING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4023175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OLISE WISDOM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WEB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1129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CHEKUBE PRINCE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CYBERSECURITY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73942628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92F7C33-F667-4AF3-9033-B41E33CA8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182F84-C70B-4198-B568-AB7D89336444}"/>
              </a:ext>
            </a:extLst>
          </p:cNvPr>
          <p:cNvSpPr/>
          <p:nvPr/>
        </p:nvSpPr>
        <p:spPr>
          <a:xfrm>
            <a:off x="753713" y="244374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64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B415-6C92-4A78-91AA-CA901B8A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70" y="191336"/>
            <a:ext cx="9169400" cy="620395"/>
          </a:xfrm>
        </p:spPr>
        <p:txBody>
          <a:bodyPr>
            <a:noAutofit/>
          </a:bodyPr>
          <a:lstStyle/>
          <a:p>
            <a:r>
              <a:rPr lang="en-US" sz="3200" dirty="0"/>
              <a:t>IMPREST REPORT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B397796-0309-4255-9553-B0654E32D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858333"/>
              </p:ext>
            </p:extLst>
          </p:nvPr>
        </p:nvGraphicFramePr>
        <p:xfrm>
          <a:off x="2032000" y="975360"/>
          <a:ext cx="8128000" cy="5162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A9AACF9-BDF4-4C93-930C-0DA689D9B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330E37-A870-45BE-A7AF-D5C66CC4D7EF}"/>
              </a:ext>
            </a:extLst>
          </p:cNvPr>
          <p:cNvSpPr/>
          <p:nvPr/>
        </p:nvSpPr>
        <p:spPr>
          <a:xfrm>
            <a:off x="821355" y="191336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3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E5A0-1D4C-4E60-B8FA-D199EBB1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122"/>
            <a:ext cx="10515600" cy="770656"/>
          </a:xfrm>
        </p:spPr>
        <p:txBody>
          <a:bodyPr>
            <a:normAutofit/>
          </a:bodyPr>
          <a:lstStyle/>
          <a:p>
            <a:r>
              <a:rPr lang="en-US" sz="3200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1786-D158-44A3-ABA1-B02ACCD4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STRENGTH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Good 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Etc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6FC09-BB4D-441C-9028-30E1D3130C61}"/>
              </a:ext>
            </a:extLst>
          </p:cNvPr>
          <p:cNvSpPr/>
          <p:nvPr/>
        </p:nvSpPr>
        <p:spPr>
          <a:xfrm>
            <a:off x="978925" y="211656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7D22C-3E0A-43E4-AAF8-BCFD5DA1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6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E5A0-1D4C-4E60-B8FA-D199EBB1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122"/>
            <a:ext cx="10515600" cy="770656"/>
          </a:xfrm>
        </p:spPr>
        <p:txBody>
          <a:bodyPr>
            <a:normAutofit/>
          </a:bodyPr>
          <a:lstStyle/>
          <a:p>
            <a:r>
              <a:rPr lang="en-US" sz="3200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1786-D158-44A3-ABA1-B02ACCD4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WEAKNESS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Good 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Etc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6FC09-BB4D-441C-9028-30E1D3130C61}"/>
              </a:ext>
            </a:extLst>
          </p:cNvPr>
          <p:cNvSpPr/>
          <p:nvPr/>
        </p:nvSpPr>
        <p:spPr>
          <a:xfrm>
            <a:off x="978925" y="211656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7D22C-3E0A-43E4-AAF8-BCFD5DA1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40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E5A0-1D4C-4E60-B8FA-D199EBB1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122"/>
            <a:ext cx="10515600" cy="770656"/>
          </a:xfrm>
        </p:spPr>
        <p:txBody>
          <a:bodyPr>
            <a:normAutofit/>
          </a:bodyPr>
          <a:lstStyle/>
          <a:p>
            <a:r>
              <a:rPr lang="en-US" sz="3200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1786-D158-44A3-ABA1-B02ACCD4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OPPORTUNITY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Good 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Etc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6FC09-BB4D-441C-9028-30E1D3130C61}"/>
              </a:ext>
            </a:extLst>
          </p:cNvPr>
          <p:cNvSpPr/>
          <p:nvPr/>
        </p:nvSpPr>
        <p:spPr>
          <a:xfrm>
            <a:off x="978925" y="211656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7D22C-3E0A-43E4-AAF8-BCFD5DA1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63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E5A0-1D4C-4E60-B8FA-D199EBB1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122"/>
            <a:ext cx="10515600" cy="770656"/>
          </a:xfrm>
        </p:spPr>
        <p:txBody>
          <a:bodyPr>
            <a:normAutofit/>
          </a:bodyPr>
          <a:lstStyle/>
          <a:p>
            <a:r>
              <a:rPr lang="en-US" sz="3200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1786-D158-44A3-ABA1-B02ACCD4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THREAT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Good 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Etc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6FC09-BB4D-441C-9028-30E1D3130C61}"/>
              </a:ext>
            </a:extLst>
          </p:cNvPr>
          <p:cNvSpPr/>
          <p:nvPr/>
        </p:nvSpPr>
        <p:spPr>
          <a:xfrm>
            <a:off x="978925" y="211656"/>
            <a:ext cx="1617044" cy="673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7D22C-3E0A-43E4-AAF8-BCFD5DA1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0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B2B785-5638-4EA4-8C2D-AB57E32531B7}"/>
              </a:ext>
            </a:extLst>
          </p:cNvPr>
          <p:cNvSpPr/>
          <p:nvPr/>
        </p:nvSpPr>
        <p:spPr>
          <a:xfrm>
            <a:off x="8788400" y="3759200"/>
            <a:ext cx="3413760" cy="3098800"/>
          </a:xfrm>
          <a:custGeom>
            <a:avLst/>
            <a:gdLst>
              <a:gd name="connsiteX0" fmla="*/ 0 w 3403600"/>
              <a:gd name="connsiteY0" fmla="*/ 0 h 3098800"/>
              <a:gd name="connsiteX1" fmla="*/ 3403600 w 3403600"/>
              <a:gd name="connsiteY1" fmla="*/ 0 h 3098800"/>
              <a:gd name="connsiteX2" fmla="*/ 3403600 w 3403600"/>
              <a:gd name="connsiteY2" fmla="*/ 3098800 h 3098800"/>
              <a:gd name="connsiteX3" fmla="*/ 0 w 3403600"/>
              <a:gd name="connsiteY3" fmla="*/ 3098800 h 3098800"/>
              <a:gd name="connsiteX4" fmla="*/ 0 w 3403600"/>
              <a:gd name="connsiteY4" fmla="*/ 0 h 3098800"/>
              <a:gd name="connsiteX0" fmla="*/ 0 w 3403600"/>
              <a:gd name="connsiteY0" fmla="*/ 0 h 3098800"/>
              <a:gd name="connsiteX1" fmla="*/ 3403600 w 3403600"/>
              <a:gd name="connsiteY1" fmla="*/ 0 h 3098800"/>
              <a:gd name="connsiteX2" fmla="*/ 3403600 w 3403600"/>
              <a:gd name="connsiteY2" fmla="*/ 3098800 h 3098800"/>
              <a:gd name="connsiteX3" fmla="*/ 406400 w 3403600"/>
              <a:gd name="connsiteY3" fmla="*/ 3098800 h 3098800"/>
              <a:gd name="connsiteX4" fmla="*/ 0 w 3403600"/>
              <a:gd name="connsiteY4" fmla="*/ 0 h 3098800"/>
              <a:gd name="connsiteX0" fmla="*/ 0 w 3413760"/>
              <a:gd name="connsiteY0" fmla="*/ 0 h 3098800"/>
              <a:gd name="connsiteX1" fmla="*/ 3413760 w 3413760"/>
              <a:gd name="connsiteY1" fmla="*/ 508000 h 3098800"/>
              <a:gd name="connsiteX2" fmla="*/ 3403600 w 3413760"/>
              <a:gd name="connsiteY2" fmla="*/ 3098800 h 3098800"/>
              <a:gd name="connsiteX3" fmla="*/ 406400 w 3413760"/>
              <a:gd name="connsiteY3" fmla="*/ 3098800 h 3098800"/>
              <a:gd name="connsiteX4" fmla="*/ 0 w 3413760"/>
              <a:gd name="connsiteY4" fmla="*/ 0 h 309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3760" h="3098800">
                <a:moveTo>
                  <a:pt x="0" y="0"/>
                </a:moveTo>
                <a:lnTo>
                  <a:pt x="3413760" y="508000"/>
                </a:lnTo>
                <a:cubicBezTo>
                  <a:pt x="3410373" y="1371600"/>
                  <a:pt x="3406987" y="2235200"/>
                  <a:pt x="3403600" y="3098800"/>
                </a:cubicBezTo>
                <a:lnTo>
                  <a:pt x="406400" y="30988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5448C4-93B0-4D8A-8D9A-0B258939CCC3}"/>
              </a:ext>
            </a:extLst>
          </p:cNvPr>
          <p:cNvSpPr/>
          <p:nvPr/>
        </p:nvSpPr>
        <p:spPr>
          <a:xfrm>
            <a:off x="5861364" y="731398"/>
            <a:ext cx="5395203" cy="5395203"/>
          </a:xfrm>
          <a:prstGeom prst="ellipse">
            <a:avLst/>
          </a:prstGeom>
          <a:blipFill dpi="0" rotWithShape="1">
            <a:blip r:embed="rId2"/>
            <a:srcRect/>
            <a:stretch>
              <a:fillRect l="-4000" r="-7000"/>
            </a:stretch>
          </a:blip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1EE79-4087-46B8-ABAF-7C794780BE4C}"/>
              </a:ext>
            </a:extLst>
          </p:cNvPr>
          <p:cNvSpPr txBox="1"/>
          <p:nvPr/>
        </p:nvSpPr>
        <p:spPr>
          <a:xfrm>
            <a:off x="381802" y="1143000"/>
            <a:ext cx="34372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008097-2522-4A88-B029-76CBB55AA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0640"/>
            <a:ext cx="1787447" cy="467360"/>
          </a:xfrm>
          <a:prstGeom prst="rect">
            <a:avLst/>
          </a:prstGeom>
        </p:spPr>
      </p:pic>
      <p:pic>
        <p:nvPicPr>
          <p:cNvPr id="9" name="Graphic 8" descr="House with solid fill">
            <a:extLst>
              <a:ext uri="{FF2B5EF4-FFF2-40B4-BE49-F238E27FC236}">
                <a16:creationId xmlns:a16="http://schemas.microsoft.com/office/drawing/2014/main" id="{5061B5AE-1794-44F8-9C48-A7826A446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523" y="2298166"/>
            <a:ext cx="914400" cy="914400"/>
          </a:xfrm>
          <a:prstGeom prst="rect">
            <a:avLst/>
          </a:prstGeom>
        </p:spPr>
      </p:pic>
      <p:pic>
        <p:nvPicPr>
          <p:cNvPr id="14" name="Graphic 13" descr="Call center with solid fill">
            <a:extLst>
              <a:ext uri="{FF2B5EF4-FFF2-40B4-BE49-F238E27FC236}">
                <a16:creationId xmlns:a16="http://schemas.microsoft.com/office/drawing/2014/main" id="{1BE14678-A896-4C2A-823C-A1233A2AA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523" y="4109749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A389CB-8605-4D87-BA34-CA48B641A692}"/>
              </a:ext>
            </a:extLst>
          </p:cNvPr>
          <p:cNvSpPr txBox="1"/>
          <p:nvPr/>
        </p:nvSpPr>
        <p:spPr>
          <a:xfrm>
            <a:off x="1645920" y="2432200"/>
            <a:ext cx="37789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Address</a:t>
            </a:r>
          </a:p>
          <a:p>
            <a:r>
              <a:rPr lang="en-US" dirty="0"/>
              <a:t>1 Awolowo Str, Waterworks. </a:t>
            </a:r>
            <a:r>
              <a:rPr lang="en-US" dirty="0" err="1"/>
              <a:t>Abakaliki</a:t>
            </a:r>
            <a:r>
              <a:rPr lang="en-US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C7585C-F928-4939-A2DC-00F7F0765895}"/>
              </a:ext>
            </a:extLst>
          </p:cNvPr>
          <p:cNvSpPr txBox="1"/>
          <p:nvPr/>
        </p:nvSpPr>
        <p:spPr>
          <a:xfrm>
            <a:off x="1509004" y="4243783"/>
            <a:ext cx="15424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Office Line</a:t>
            </a:r>
          </a:p>
          <a:p>
            <a:r>
              <a:rPr lang="en-US" dirty="0"/>
              <a:t>07034352235</a:t>
            </a:r>
          </a:p>
        </p:txBody>
      </p:sp>
    </p:spTree>
    <p:extLst>
      <p:ext uri="{BB962C8B-B14F-4D97-AF65-F5344CB8AC3E}">
        <p14:creationId xmlns:p14="http://schemas.microsoft.com/office/powerpoint/2010/main" val="1472999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214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JhengHei UI Light</vt:lpstr>
      <vt:lpstr>Arial</vt:lpstr>
      <vt:lpstr>Calibri</vt:lpstr>
      <vt:lpstr>Calibri Light</vt:lpstr>
      <vt:lpstr>Office Theme</vt:lpstr>
      <vt:lpstr>PowerPoint Presentation</vt:lpstr>
      <vt:lpstr>INTRODUCTION</vt:lpstr>
      <vt:lpstr>PERFORMANCE REPORT</vt:lpstr>
      <vt:lpstr>TABLE 1 - STUDENT REPORT</vt:lpstr>
      <vt:lpstr>TABLE 2 – STAFF REPORT</vt:lpstr>
      <vt:lpstr>TABLE 3 – STUDENT REPORT 2</vt:lpstr>
      <vt:lpstr>IMPREST REPORT</vt:lpstr>
      <vt:lpstr>SWOT ANALYSIS</vt:lpstr>
      <vt:lpstr>SWOT ANALYSIS</vt:lpstr>
      <vt:lpstr>SWOT ANALYSIS</vt:lpstr>
      <vt:lpstr>SWOT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Chinedu Godleads</dc:creator>
  <cp:lastModifiedBy>onyema kelechi</cp:lastModifiedBy>
  <cp:revision>5</cp:revision>
  <dcterms:created xsi:type="dcterms:W3CDTF">2025-02-11T15:44:48Z</dcterms:created>
  <dcterms:modified xsi:type="dcterms:W3CDTF">2025-02-14T13:49:47Z</dcterms:modified>
</cp:coreProperties>
</file>